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[0:00 - 0:15] Добрый день, уважаемое жюри! Мы команда GASH.Контроль (Madi Zhassymbek, Amire Kaliya, Zhankerey Askaruly, Damir Ibatullin) и мы представляем автономный AI-сервис для выявления нарушений кассовой дисциплины по видеозаписям внутри закрытого контура банка.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[0:15 - 0:40] В каждом отделении банка кассовые узлы находятся под прицелом видеокамер. Но отсматривать вручную сотни часов видеоархива физически невозможно. При этом передавать банковское видео во внешние облака строго запрещено ИБ, а пропуск незапертого сейфа или выдачи денег без пересчёта несёт прямые операционные риски.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[0:40 - 1:05] Наше решение — GASH.Контроль — сокращает время проверки одного видеоролика с 5–10 минут до 10 секунд. Сервис работает полностью локально, использует двухмодельную систему ИИ, извлекает стоп-кадры доказательств и сразу привязывает их к пункту Постановления НБРК.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[1:05 - 1:30] Путь пользователя состоит из 4 шагов: пакетная загрузка до 10 видеороликов .mov, двухуровневый локальный анализ в пуле потоков, получение вердикта с импульсным спектром таймкодов и переход в 1 клик к нужному кадру и правилу НБРК.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[1:30 - 2:15] На слайде представлен наш рабочий интерфейс GASH.Контроль. Слева в чёрном блоке — пакетная очередь до 10 видео с прогрессом проверки и быстрым переключением. Справа — адаптивный плеер под вертикальные камеры 464x848, выбор скорости 0.25x–1.5x, импульсный спектр событий и карточки с кадрами-доказательствами.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[2:15 - 2:45] Весь стек работает внутри закрытого контура банка без доступа в интернет. Сервер на FastAPI одновременно раздаёт React-интерфейс с локальными бандлами /vendor и запускает двухмодельное AI-ядро через асинхронный пул 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[2:45 - 3:25] На слайде 7 представлена ключевая особенность нашего подхода — двухмодельная архитектура ИИ. Первая модель отвечает за микро-уровень: она находит и классифицирует объекты в кадре (купюры, инкассаторские сумки, дверцу сейфа, людей). Вторая модель смотрит на общую картину сцены в динамике и определяет, является ли взаимодействие нарушением регламента НБРК. Такое разделение даёт высокую устойчивость к смене ракурса камеры.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[3:25 - 3:50] Особое внимание мы уделили критерию 4 — привязке к нормативной базе РК. Мы не генерируем ссылки нейросетью, чтобы исключить галлюцинации. Каждому классу визуального нарушения сопоставлен точный пункт действующих Постановлений Правления НБРК № 231 и № 250 из официальной базы Әділет.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[3:50 - 4:10] Кто целевые пользователи нашего продукта внутри банка? Это департамент кассовых операций, служба внутреннего аудита и комплаенса, а также служба банковской безопасности. Решение может быть тиражировано на все отделения БВУ Казахстана.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[4:10 - 4:30] Чем GASH.Контроль отличается от базовых прототипов? Во-первых, двухмодельной системой ИИ (объекты + общая картина). Во-вторых, пакетной очередью до 10 видео за сеанс. И в-третьих, адаптацией под реальные вертикальные камеры кассы 464x848 со спектром событий и замедлением 0.25x.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[4:30 - 4:50] Мы честно оцениваем текущие ограничения в соответствии с разделом 8 ТЗ: при сильном перекрытии стола спиной кассира мелкие детали в руках могут быть не видны, а системные проводки в АБИС по видео не проверяются. Наш Roadmap на 1–3 месяца включает калибровку зон в 2 клика под любой ракурс и подключение живых RTSP-потоков.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[4:50 - 5:00] Спасибо за внимание! Наш сервис GASH.Контроль запущен и готов к живой демонстрации и автоматической проверке по API. Будем рады ответить на ваши вопросы!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01 / 12  ·  FORTEBANK DATATHON 26 · КЕЙС: ВИДЕОКОНТРОЛЬ КАССЫ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9B"/>
                </a:solidFill>
                <a:latin typeface="Consolas"/>
              </a:defRPr>
            </a:pPr>
            <a:r>
              <a:t>● 100% ON-PREMISE  ·  ДВУХМОДЕЛЬНОЕ ЯДРО ИИ  ·  НОРМАТИВНАЯ БАЗА НБРК</a:t>
            </a:r>
          </a:p>
          <a:p>
            <a:pPr>
              <a:spcBef>
                <a:spcPts val="1000"/>
              </a:spcBef>
              <a:defRPr sz="4600" b="1">
                <a:solidFill>
                  <a:srgbClr val="FFFFFF"/>
                </a:solidFill>
                <a:latin typeface="Arial"/>
              </a:defRPr>
            </a:pPr>
            <a:r>
              <a:t>GASH.Контроль</a:t>
            </a:r>
          </a:p>
          <a:p>
            <a:pPr>
              <a:spcBef>
                <a:spcPts val="1200"/>
              </a:spcBef>
              <a:defRPr sz="1600">
                <a:solidFill>
                  <a:srgbClr val="A8A6B3"/>
                </a:solidFill>
                <a:latin typeface="Arial"/>
              </a:defRPr>
            </a:pPr>
            <a:r>
              <a:t>Автоматизированный AI-аудит кассовой дисциплины по видеозаписям камер наблюдения: точный таймкод инцидента, стоп-кадры доказательств и привязка к актам НБРК за секунды.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СТЕК РЕШЕНИЯ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React 18 + FastAPI + Dual AI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Полностью автономная работа на локальном сервере банка + публичный REST API для автопроверки жюри.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ЮРИДИЧЕСКАЯ ТОЧНОСТЬ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Постановления НБРК № 231 и № 250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Верифицированные ссылки на официальный реестр НПА РК (adilet.zan.kz) без выдуманных статей.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КОМАНДА ПРОЕКТА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GASH.Контроль Team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ML / Computer Vision – Madi Zhassymbek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Backend FastAPI – Amire Kaliya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Frontend UI/UX – Zhankerey Askaruly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Data Analyst – Damir Ibatullin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02 / 12  ·  ПРОБЛЕМА И БОЛЬ ЗАКАЗЧИКА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01 // АКТУАЛЬНОСТЬ КЕЙСА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Ручной видеоконтроль кассовых узлов не масштабируется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Служба внутреннего контроля и безопасности сталкивается с тремя критическими барьерами при проверке видеозаписей с касс.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МАСШТАБ АРХИВА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8–10 ч/день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Сотни часов видео с каждой кассы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Физически невозможно вручную отсматривать каждую минуту работы всех кассиров филиальной сети.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Проверяются лишь случайные выборки.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ЧЕЛОВЕЧЕСКИЙ ФАКТОР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Риск пропуска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Монотонность снижает внимание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При ускоренном просмотре легко упустить 3-секундный эпизод передачи пачки купюр мимо счётчика или незапертый сейф.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БАНКОВСКАЯ ТАЙНА (ИБ)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0% Облаков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Запрет на внешние AI-облака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Видео из кассового узла нельзя отправлять в OpenAI, Claude или Gemini.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Требуется на 100% локальное решение внутри контура банка.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87568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52159"/>
            <a:ext cx="106920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ИТОГ ДЛЯ БАНКА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Нужен 100% локальный AI-навигатор, который сам находит секунду нарушения и подаёт проверяющему готовое досье.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03 / 12  ·  ЦЕННОСТНОЕ ПРЕДЛОЖЕНИЕ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02 // НАШЕ РЕШЕНИЕ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GASH.Контроль — ИИ-ассистент кассового ревизора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Готовый веб-сервис и REST API для автоматической инспекции видеозаписей (.mov), разворачиваемый на одном локальном сервере.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ГЛАВНАЯ ЦЕННОСТЬ ПРОДУКТА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В 30 раз быстрее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Проверка ролика за 10 секунд вместо 5–10 минут ручного отсмотра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Сотрудник контроля не тратит время на пустые минуты видео: система сразу перематывает плеер на таймкод инцидента и показывает стоп-кадры с нормой закона.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Пакетная обработка до 10 видеороликов одновременно.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86000"/>
            <a:ext cx="5696712" cy="402336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2450592"/>
            <a:ext cx="529437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4 СТОЛПА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Комплексное закрытие задачи комплаенса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Двухмодельный ИИ-анализ: Модель 1 классифицирует объекты в кадре, Модель 2 оценивает общую картину и контекст сцены.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Точная временна́я локализация и доказательства: Выделение таймкода (timecode_sec) и 1–3 ключевых кадров (JPEG base64).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Юридическая верификация РК: Привязка к реальным главам Постановлений НБРК № 231 и № 250 (adilet.zan.kz).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Human-in-the-Loop (Раздел 7 ТЗ): Надёжная навигационная подсказка для финального решения специалиста.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04 / 12  ·  КАК ЭТО РАБОТАЕТ (USER 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03 // ПОЛЬЗОВАТЕЛЬСКИЙ СЦЕНАРИЙ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От сырого видео .mov до готового заключения за 4 шага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Полный цикл работы проверяющего в веб-интерфейсе или через автоматизированный API-скрипт жюри.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01 // ОЧЕРЕДЬ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Загрузка 1–10 видео .mov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Ревизор перетаскивает пачку видео со смены в левый пульт управления или вызывает POST /api/v1/analyze.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02 // DUAL AI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Двухуровневый анализ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Модель 1 находит и классифицирует объекты (купюры, сумки, сейф, людей), а Модель 2 анализирует общую картину сцены.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03 // ВЕРДИКТ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Вердикт + Спектр таймкодов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Выводится официальный статус по ТЗ и рубиновые пики событий на интерактивной шкале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04 // ДОКАЗАТЕЛЬСТВА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Кадр + Норма НБРК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Клик по карточке перематывает плеер на секунду инцидента, открывает стоп-кадры и статью Постановления НБРК.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094415" cy="749808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879592"/>
            <a:ext cx="10692079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ПАРАЛЛЕЛЬНАЯ РАБОТА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Во время анализа остальных роликов в очереди проверяющий уже может переключаться и изучать готовые результаты.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05 / 12  ·  ДЕМОНСТРАЦИЯ ИНТЕРФЕЙСА (HTTP://LOCALHOST:8000)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04 // ПРОДУКТОВЫЙ ИНТЕРФЕЙС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Рабочий пульт инспектора комплаенса (GASH.Контроль)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Асимметричная студийная компоновка: чёрный пульт пакетной очереди слева + редакционный холст расследования справа.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638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ЛЕВЫЙ ПУЛЬТ (OBSIDIAN SIDEBAR)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Пакетная очередь до 10 видео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Drag &amp; Drop загрузка от 1 до 10 файлов .mov за раз.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Индивидуальный прогресс-бар проверки каждого ролика и общий статус пачки.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Мгновенное переключение между результатами проверенных видео в 1 клик.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Складной справочник базы НПА РК (Постановления НБРК № 231 и № 250) в нижней части панели.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749039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450592"/>
            <a:ext cx="3346703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ЦЕНТРАЛЬНЫЙ МОДУЛЬ ПЛЕЕРА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Вертикальный ракурс + Waveform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Нативная поддержка вертикальных камер кассы (464×848) без обрезки зоны двери и сейфа.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Регулятор скорости воспроизведения: 0.25x, 0.5x, 1x, 1.5x для детального разбора рук кассира.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Импульсный спектр событий (Waveform Timeline) с рубиновыми пиками на секундах нарушений.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410712" cy="406908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450592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ЛЕНТА ИНЦИДЕНТОВ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Доказательное досье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Официальный бинарный вердикт по стандарту ТЗ.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Раздельный вывод визуального описания действия и точного пункта Постановления НБРК.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Фототаблица кадров-доказательств (Base64) с полноэкранным лайтбоксом (✕).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06 / 12  ·  ТЕХНИЧЕСКАЯ АРХИТЕКТУРА (100% ON-PREMISE)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6B9B"/>
                </a:solidFill>
                <a:latin typeface="Consolas"/>
              </a:defRPr>
            </a:pPr>
            <a:r>
              <a:t>05 // АРХИТЕКТУРА СИСТЕМЫ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Единый автономный контур: React → FastAPI → 2 AI-модели → Хранилище</a:t>
            </a:r>
          </a:p>
          <a:p>
            <a:pPr>
              <a:spcBef>
                <a:spcPts val="400"/>
              </a:spcBef>
              <a:defRPr sz="1300">
                <a:solidFill>
                  <a:srgbClr val="A8A6B3"/>
                </a:solidFill>
                <a:latin typeface="Arial"/>
              </a:defRPr>
            </a:pPr>
            <a:r>
              <a:t>Ни одного внешнего сетевого вызова: даже библиотеки интерфейса (React, Tailwind) упакованы локально в /vendor.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1 · FRONTEND &amp; CLI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React 18 + Скрипт Жюри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Веб-пульт на GET / (очередь 10 видео, плеер, таймлайн).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Автопроверка жюри через curl с заголовком X-API-Key.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Локальная раздача статики /vendor без внешних CDN.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2 · BACKEND API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FastAPI + ThreadPool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POST /api/v1/analyze — приём .mov и мгновенный возврат job_id.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GET /api/v1/jobs/{id} — JSON строго по схеме Раздела 10 ТЗ.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ThreadPoolExecutor для неблокирующей очереди задач.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3 · DUAL AI ENGINE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Двухмодельный пайплайн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Модель 1 (Объекты): детекция и классификация людей, рук, купюр, сумок и сейфа.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Модель 2 (Общая картина): оценка контекста всей сцены и временна́я локализация нарушений.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4 · STORAGE &amp; LAW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Хранилище и База НБРК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Локальная папка uploads/ для стриминга видео в плеер.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Кодирование стоп-кадров в чистый JPEG base64.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Верифицированный справочник НБРК № 231 и № 250.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07 / 12  ·  ДВУХМОДЕЛЬНАЯ АРХИТЕКТУРА ИИ (ШАБЛОН МЕТРИК)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06 // ИСКУССТВЕННЫЙ ИНТЕЛЛЕКТ И COMPUTER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Двухступенчатый AI-пайплайн: Локальные объекты + Общая картина сцены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Синергия двух специализированных моделей: первая классифицирует объекты, вторая оценивает глобальный контекст.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04872"/>
            <a:ext cx="50840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МОДЕЛЬ 1 // МИКРО-УРОВЕНЬ (ДЕТЕКЦИЯ И КЛАССИФИКАЦИЯ ОБЪЕКТОВ)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Локальный классификатор объектов в кадре [ВСТАВИТЬ: Архитектуру №1]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Задача: Точное распознавание ключевых сущностей (кассир, клиент, 3-е лицо, пачки купюр, инкассаторская сумка, дверца сейфа, счётчик, одежда/предметы на столе).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Выход Модели 1: Координаты объектов, их классы и состояния на каждом кадре.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53712"/>
            <a:ext cx="50840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МОДЕЛЬ 2 // МАКРО-УРОВЕНЬ (АНАЛИЗ ОБЩЕЙ КАРТИНЫ И СЦЕНЫ)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Глобальная модель контекста и действий [ВСТАВИТЬ: Архитектуру №2]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Задача: Смотрит на общую картину происходящего во времени (уход кассира при открытом сейфе, передача денег мимо счётчика, вход постороннего в зону кассы).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Устойчивость к смене ракурса: Оценивает семантику сцены и взаимодействие, отсекая ложные срабатывания.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0487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ТОЧНОСТЬ ВЕРДИКТА (F1)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[XX.X%]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Итоговый ансамбль (М1+М2)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Приоритет полноты (Recall), чтобы не пропустить инцидент.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224028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40487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ТОЧНОСТЬ ТАЙМКОДА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[±X.X с]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Модель 2 (Общая картина)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Погрешность локализации секунды нарушения.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55371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КЛАССИФИКАЦИЯ ОБЪЕКТОВ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[XX.X%]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Модель 1 (mAP / Acc)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Люди, купюры, сумка, сейф, счётная машинка.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438912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55371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ВРЕМЯ ОБРАБОТКИ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[~X.X с]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Обе модели на 1 ролик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Быстрее лимита ТЗ (300 секунд) в десятки раз.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08 / 12  ·  ПРИВЯЗКА К НОРМАТИВНОЙ БАЗЕ РК (ADILET.ZAN.KZ)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07 // ЮРИДИЧЕСКАЯ ДОСТОВЕРНОСТЬ (КРИТЕРИЙ 4 — 15 БАЛЛОВ)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Классификатор нарушений и нормативные акты НБРК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Верифицированный справочник реальных актов Национального Банка РК без нейросетевых галлюцинаций.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108960"/>
                <a:gridCol w="4510735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Визуальный паттерн на видео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Тип события (type)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Нормативный акт РК (ИПС «Әділет» — adilet.zan.kz)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Прямая передача купюр между кассиром и клиентом мимо счётчика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Приём/выдача наличности без полистного пересчёта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от 29.11.2019 (Гл. 2, Пар. 2 — Порядок приёма и выдачи наличных денег)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Кассир покидает помещение кассы, оставив купюры/сумку или открытый сейф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Оставление кассового узла и ценностей без присмотра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(Гл. 2, Пар. 1) и Постановление НБРК № 250 от 24.08.2012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Вход третьего лица или клиента во внутреннюю зону кассира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Допуск постороннего лица в кассовое помещение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250 (Ограничение доступа посторонних лиц в кассовый узел)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Приём/передача зелёной инкассаторской сумки без проверки пломбы и счёта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Нарушение регламента приёма инкассаторской сумки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(Гл. 3 — Порядок инкассации банкнот, монет и ценностей)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Верхняя одежда, кружки с напитками или спрятанные купюры на столе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Посторонние предметы / нарушение порядка в кассе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(Требования к организации кассовой работы и рабочему месту)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09 / 12  ·  ЦЕЛЕВАЯ АУДИТОРИЯ И БИЗНЕС-ЭФФЕКТ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08 // ПРИМЕНЕНИЕ В БАНКОВСКОМ СЕКТОРЕ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Для кого создан продукт и какой эффект он даёт банку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Решение спроектировано для встраивания в процессы контроля филиальной сети ForteBank и банков второго уровня РК.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01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Департамент кассовых операций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Ежедневный пост-контроль кассовых смен во всех филиалах: проверка соблюдения полистного пересчёта и регламента работы с инкассацией.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100% охват видеоархива.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02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Внутренний аудит и Комплаенс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Готовая доказательная база (стоп-кадры + таймкод + норма Постановления НБРК) для формирования актов служебных проверок.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Юридически значимое досье.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03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Служба безопасности банка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Быстрое расследование критических инцидентов: оставление открытого сейфа, вход посторонних лиц в кассовый узел, вынос ценностей.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Превентивная защита.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87568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52159"/>
            <a:ext cx="106920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МАСШТАБИРУЕМОСТЬ В РК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Единый стандарт НБРК № 231/250 позволяет тиражировать продукт на все БВУ и обменные пункты Казахстана.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10 / 12  ·  КОНКУРЕНТНЫЕ ПРЕИМУЩЕСТВА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09 // ОТЛИЧИЯ ОТ АНАЛОГОВ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Почему GASH.Контроль выигрывает у стандартных решений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Сравнение обычных прототипов видеоаналитики и специализированного пульта GASH.Контроль.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ОБЫЧНЫЕ ПРОТОТИПЫ И VMS-СИСТЕМЫ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Типичные слабые места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Поштучная загрузка: ревизор вынужден ждать окончания каждого файла, прежде чем добавить следующий.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Горизонтальный плеер 16:9 обрезает верх и низ вертикального кадра 464×848 (теряется зона двери или сейфа).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Одиночные детекторы реагируют на любое движение без понимания общей картины и правил НБРК.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Зависимость от внешних CDN или облачных LLM, которые блокируются в закрытой сети банка.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ПРЕИМУЩЕСТВА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Что сделали мы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Двухмодельная архитектура ИИ: Классификатор объектов + Модель общей картины сцены.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Пакетная мульти-очередь до 10 видео: Загрузка сразу всей пачки роликов с живым прогресс-баром и переключением в 1 клик.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Нативная поддержка вертикального ракурса (464×848) + Waveform-спектр таймкодов и скорость 0.25x / 0.5x.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100% Offline-архитектура: Полная автономность вплоть до локальных JS-библиотек в папке /vendor.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11 / 12  ·  РЕЗУЛЬТАТЫ, ОГРАНИЧЕНИЯ И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10 // ЧЕСТНЫЙ АНАЛИЗ (РАЗДЕЛ 8 П. 6 ТЗ) И ПЛАН РАЗВИТИЯ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Текущие ограничения и Roadmap внедрения в ForteBank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Прозрачная оценка границ применимости видеоаналитики и план промышленного запуска на 1–3 месяца.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ЧЕСТНЫЕ ОГРАНИЧЕНИЯ И РИСКИ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Границы применимости текущей версии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Перекрытие обзора (Occlusion): Если при нестандартном угле камеры кассир полностью закрывает корпусом стол, точность детекции мелких купюр снижается.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Отсутствие связки с АБИС (Раздел 7 ТЗ): Видеоаналитика фиксирует только визуально наблюдаемые действия и не проверяет сумму проводки в системе.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Резкое выключение освещения: При полном погашении света в кассе детекция опирается на факт выхода кассира до момента выключения.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ROADMAP РАЗВИТИЯ (1–3 МЕСЯЦА)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Путь к промышленному внедрению в банке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1 (Месяц 1) — UI-калибровка ракурса за 30 секунд: Интерактивная разметка полигонов зон (сейф, счётчик, дверь) прямо в браузере для новых камер.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2 (Месяц 2) — Прямой захват RTSP-потоков NVR: Переход от загрузки файлов .mov к анализу потокового видео с камер отделений в реальном времени.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3 (Месяц 3) — Кросс-сверка с логами счётчиков и АБИС: Сопоставление таймкода передачи денег с аппаратным сигналом счётной машинки.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12 / 12  ·  СПАСИБО ЗА ВНИМАНИЕ! ВОПРОСЫ И ЖИВОЕ ДЕМО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9B"/>
                </a:solidFill>
                <a:latin typeface="Consolas"/>
              </a:defRPr>
            </a:pPr>
            <a:r>
              <a:t>● FORTEBANK DATATHON 26  ·  ФИНАЛЬНАЯ ЗАЩИТА ПРОЕКТА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  <a:br/>
            <a:r>
              <a:t>Готовы к вопросам и живому демо</a:t>
            </a:r>
          </a:p>
          <a:p>
            <a:pPr>
              <a:spcBef>
                <a:spcPts val="1000"/>
              </a:spcBef>
              <a:defRPr sz="1500">
                <a:solidFill>
                  <a:srgbClr val="A8A6B3"/>
                </a:solidFill>
                <a:latin typeface="Arial"/>
              </a:defRPr>
            </a:pPr>
            <a:r>
              <a:t>Веб-интерфейс и REST API развёрнуты локально и полностью готовы к проверке на закрытом тестовом датасете жюри.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ВЕБ-ИНТЕРФЕЙС И ДЕМО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https://cams-preserve-beneficial-rights.trycloudflare.com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Публичный защищенный HTTPS-доступ через Cloudflare Tunnel.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Локальный адрес: http://localhost:8000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ЭНДПОИНТЫ АВТОПРОВЕРКИ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POST /api/v1/analyze</a:t>
            </a:r>
            <a:br/>
            <a:r>
              <a:t>GET /api/v1/jobs/{id}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Заголовок авторизации жюри:</a:t>
            </a:r>
            <a:br/>
            <a:r>
              <a:t>X-API-Key: forte-datathon-2026-key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КОМАНДА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Madi · Amire · Zhankerey · Damir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Готовы запустить анализ любого тестового видео .mov прямо сейчас в прямом эфире.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